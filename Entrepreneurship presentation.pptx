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628"/>
                </a:solidFill>
                <a:latin typeface="Arial"/>
              </a:rPr>
              <a:t>Revenue (PKR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(PKR M)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</c:v>
                </c:pt>
                <c:pt idx="1">
                  <c:v>18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48-42A8-AA4F-9B696164B7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628"/>
                </a:solidFill>
                <a:latin typeface="Arial"/>
              </a:rPr>
              <a:t>Active Users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</c:v>
                </c:pt>
              </c:strCache>
            </c:strRef>
          </c:tx>
          <c:spPr>
            <a:ln w="38100" cap="flat">
              <a:solidFill>
                <a:srgbClr val="06D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D6A0"/>
              </a:solidFill>
              <a:ln w="9525" cap="flat">
                <a:solidFill>
                  <a:srgbClr val="06D6A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</c:v>
                </c:pt>
                <c:pt idx="1">
                  <c:v>12000</c:v>
                </c:pt>
                <c:pt idx="2">
                  <c:v>48000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5BA-4750-B7B6-8878E74DB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20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ClearTrade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Trade Copilot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Pakistani SMEs, Amazon &amp; Daraz Sellers, and Exporters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5943600" cy="7315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2918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D166"/>
                </a:solidFill>
              </a:rPr>
              <a:t>"Import smarter. Export faster. No clearing agent needed."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BB"/>
                </a:solidFill>
              </a:rPr>
              <a:t>Confidential Pitch Deck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BUSINESS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ClearTrade </a:t>
            </a:r>
            <a:r>
              <a:rPr lang="en-US" sz="1800" dirty="0">
                <a:solidFill>
                  <a:srgbClr val="FFFFFF"/>
                </a:solidFill>
              </a:rPr>
              <a:t>is developing an </a:t>
            </a:r>
            <a:r>
              <a:rPr lang="en-US" sz="1800" b="1" dirty="0">
                <a:solidFill>
                  <a:srgbClr val="FFD166"/>
                </a:solidFill>
              </a:rPr>
              <a:t>AI-powered trade decision engine </a:t>
            </a:r>
            <a:r>
              <a:rPr lang="en-US" sz="1800" dirty="0">
                <a:solidFill>
                  <a:srgbClr val="FFFFFF"/>
                </a:solidFill>
              </a:rPr>
              <a:t>to help </a:t>
            </a:r>
            <a:r>
              <a:rPr lang="en-US" sz="1800" b="1" dirty="0">
                <a:solidFill>
                  <a:srgbClr val="00B4D8"/>
                </a:solidFill>
              </a:rPr>
              <a:t>Pakistani SMEs, Amazon/Daraz sellers, and exporters </a:t>
            </a:r>
            <a:r>
              <a:rPr lang="en-US" sz="1800" dirty="0">
                <a:solidFill>
                  <a:srgbClr val="FFFFFF"/>
                </a:solidFill>
              </a:rPr>
              <a:t>understand customs, duties, and landed costs </a:t>
            </a:r>
            <a:r>
              <a:rPr lang="en-US" sz="1800" b="1" dirty="0">
                <a:solidFill>
                  <a:srgbClr val="FFD166"/>
                </a:solidFill>
              </a:rPr>
              <a:t>with an instant 60-second AI conversation — no clearing agent needed.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56032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83464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Should I do this trade?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83464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971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Calculate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Exact duties, taxes &amp; landed 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560320" cy="17373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83464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971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Auto-filled documents ready to submit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Pakistani SMEs Are Locked Out of Global Trade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Don't know the correct HS Code for their product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Can't calculate customs duty, GST, or additional taxes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02336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52044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Don't understand WEBOC filing procedures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02336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32588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258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Unaware of FTA/SRO exemptions they qualify for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02336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2316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231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Cannot estimate true landed cost or profit margin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520440"/>
            <a:ext cx="4023360" cy="9601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52044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204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Must pay clearing agents PKR 15,000–50,000 per shipment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Thousands of traders never start importing or exporting at all.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ClearTrade — Everything You Need in 60 Seconds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82296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User types: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D166"/>
                </a:solidFill>
              </a:rPr>
              <a:t>"Import 500 LED lights from China"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18488"/>
            <a:ext cx="457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40480" cy="256032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ClearTrade returns: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HS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Customs Duty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0208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Sales Tax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20208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Additional Taxes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FTA/SRO Exemptions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2441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Required Certificates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862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Shipping Estimate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862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Total Landed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2826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Expected 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32826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Auto-Filled Docs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</a:rPr>
              <a:t>WEBOC tells you how to file after you already know everything.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ClearTrade tells you: should I even do this trade — before you spend a single rupee.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ClearTrade User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2024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Enters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Product + Country + Quantity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192024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AI Classifies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HS Code via NLP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554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123444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AI Calculates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Duties, GST, FTA, CPFTA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554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1920240" cy="1234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AI Decides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</a:rPr>
              <a:t>Profit estimate + Go/No-Go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Option A: Guide 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Option B: Generate Documents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384048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00400"/>
            <a:ext cx="3840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Full duty/tax report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639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FTA exemption check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Step-by-step WEBOC guide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34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Profit estimate &amp; recommendation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200400"/>
            <a:ext cx="384048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200400"/>
            <a:ext cx="3840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Commercial Invoice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639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Packing List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Form-E / Customs GD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334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● </a:t>
            </a:r>
            <a:r>
              <a:rPr lang="en-US" sz="1100" dirty="0">
                <a:solidFill>
                  <a:srgbClr val="FFFFFF"/>
                </a:solidFill>
              </a:rPr>
              <a:t>Ready-to-download PDF pack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→  User is ready to trade — no clearing agent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$2B+ Addressable Market in Pakistan Alone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123444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9385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770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500,000+ SMEs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691640"/>
            <a:ext cx="2286000" cy="2286000"/>
          </a:xfrm>
          <a:prstGeom prst="ellipse">
            <a:avLst/>
          </a:prstGeom>
          <a:solidFill>
            <a:srgbClr val="0D3B7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SAM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150,000 traders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103120"/>
            <a:ext cx="1463040" cy="1463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2424989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2805379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15,000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18872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118872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188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500K+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1188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SMEs in Pakistan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14884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14884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1488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PKR 15K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0" y="2148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Avg agent fee per shipment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10896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310896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1089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60 sec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31089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ClearTrade report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406908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4069080"/>
            <a:ext cx="301752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40690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$2B+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58000" y="4069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Trade facilitation market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SECRET SAUCE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Defensible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The AI is just the interface. The real asset is the data underneath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3716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01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Structured Pakistani Trade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FBR notifications, SRO amendments, WEBOC maps, NTN/STR requirements — all publicly available but completely unstructured. We curate and maintain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023360" cy="13716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691640"/>
            <a:ext cx="40233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01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AI Classification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Fine-tuned LLM + vector similarity search maps plain-language product descriptions to HS codes with Pakistani customs context built 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13716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00400"/>
            <a:ext cx="40233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FTA / CPFTA Exemption 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657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Pakistan–China, Pakistan–Sri Lanka, and other FTA rules encoded as queryable logic — not just raw PDFs that traders can't read.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023360" cy="13716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200400"/>
            <a:ext cx="40233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Live Pricing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Freight rate APIs, exchange rate feeds, and Daraz/Amazon.pk market price data ground every profit estimate in reality.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 Revenue Streams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89888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PKR 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Duty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</a:rPr>
              <a:t>Per-report pay-as-you-go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389888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PKR 1,500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01568" y="1920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 Pack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228600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</a:rPr>
              <a:t>Full auto-filled doc bundle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389888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PKR 2,999/mo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36208" y="1920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 Subscription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228600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</a:rPr>
              <a:t>Unlimited reports + docs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27248"/>
            <a:ext cx="3712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" y="3657600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B2B /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023360"/>
            <a:ext cx="3712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</a:rPr>
              <a:t>Freight forwarders, banks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931920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127248"/>
            <a:ext cx="3712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5–8%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73168" y="3657600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Commissions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4023360"/>
            <a:ext cx="3712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FF"/>
                </a:solidFill>
              </a:rPr>
              <a:t>Freight forwarder referrals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1628"/>
                </a:solidFill>
              </a:rPr>
              <a:t>Year 1–3 Revenue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FINANCIAL PROJECTIONS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&amp; User Growth Forecast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577840" y="1097280"/>
          <a:ext cx="32918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Key Assumptions: 2,000 users Yr1 @ avg PKR 1,800 blended ARPU · 6× growth Yr2 via B2B · SaaS mix lifts ARPU to PKR 3,600 by Yr3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Existing Solutions Fall Short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ClearTrade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WEBOC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Clearing Agent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Generic AI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Instant HS Code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 (slow+costly)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⚠️ Unreliable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Pakistani duty/tax calc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FTA exemption check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Sometimes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Auto-filled documents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 (PKR 15–50K)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Profit estimate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D166"/>
                          </a:solidFill>
                        </a:rPr>
                        <a:t>Available 24/7 under PKR 500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5603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Website Built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Functional web app with AI-powered duty calculator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25603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Mobile App Prototype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19456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Flutter app with API backend for document generation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56032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5603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AI Engine Active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19456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LLM + HS code classification integrated via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0" y="3063240"/>
            <a:ext cx="256032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0" y="3063240"/>
            <a:ext cx="25603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Document Generator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5648" y="39319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Auto-fills Commercial Invoice, Packing List, Form-E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3063240"/>
            <a:ext cx="2560320" cy="15087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063240"/>
            <a:ext cx="25603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Beta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39319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Live with early users — real import queries processed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</a:rPr>
              <a:t>12-Month Roadmap: Beta → Paid Launch (Qtr 2) → B2B API (Qtr 3) → Fintech Partnerships (Qtr 4)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Founding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BB"/>
                </a:solidFill>
              </a:rPr>
              <a:t>Domain expertise in trade, technology, and the Pakistani SME ecosystem.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554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Founder /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Trade domain knowledge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Pakistan customs &amp; FBR processes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Startup strategy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931920" cy="1554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0020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CTO / AI Lead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LLM integration &amp; NLP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24505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API architecture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75234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Mobile &amp; web development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931920" cy="1554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756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Trade Compliance Lead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HS code classification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879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FTA/SRO expertise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48970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WEBOC process maps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337560"/>
            <a:ext cx="3931920" cy="15544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33756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Growth / Sales Lead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88620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SME &amp; e-commerce networks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41879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B2B partnerships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448970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▸ </a:t>
            </a:r>
            <a:r>
              <a:rPr lang="en-US" sz="1050" dirty="0">
                <a:solidFill>
                  <a:srgbClr val="FFFFFF"/>
                </a:solidFill>
              </a:rPr>
              <a:t>Digital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Are Raising &amp;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234440"/>
            <a:ext cx="54864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2344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Seeking PKR 15,000,000 (Seed Round)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6400800" cy="3200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22402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35%  AI &amp; Data Infrastructure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160020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25%  Product Dev (mobile + web)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6400800" cy="3200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1280160" cy="3200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  Trade Data Curation &amp; Legal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6400800" cy="3200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0480"/>
            <a:ext cx="96012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15%  Marketing &amp; User Acquisition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6400800" cy="32004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97680"/>
            <a:ext cx="320040" cy="32004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5%  Operations &amp; Team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</a:rPr>
              <a:t>Offering: Equity / SAFE Note  ·  12-month runway to paid launch + 5,000 paying users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ClearTrade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The AI Trade Copilot for Pakistan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315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7744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"Instead of paying PKR 15,000–50,000 to a clearing agent, traders enter their product and country — and instantly receive duties, taxes, documents, and a profit estimate. We are making import-export as simple as booking a ride on Uber."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cleartrade.pk  ·  contact@cleartrade.pk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BB"/>
                </a:solidFill>
              </a:rPr>
              <a:t>Let's trade smarter together.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Microsoft Office PowerPoint</Application>
  <PresentationFormat>On-screen Show (16:9)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ClearTrade – AI Trade Copilot for Pakistani SMEs</dc:title>
  <dc:subject>PptxGenJS Presentation</dc:subject>
  <dc:creator>PptxGenJS</dc:creator>
  <cp:lastModifiedBy>Hashim Khan</cp:lastModifiedBy>
  <cp:revision>2</cp:revision>
  <dcterms:created xsi:type="dcterms:W3CDTF">2026-06-07T14:27:40Z</dcterms:created>
  <dcterms:modified xsi:type="dcterms:W3CDTF">2026-06-08T04:32:06Z</dcterms:modified>
</cp:coreProperties>
</file>